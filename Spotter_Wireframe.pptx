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8F4F"/>
          </a:solidFill>
          <a:ln w="12700">
            <a:solidFill>
              <a:srgbClr val="3D8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SPOTTER  ·  PWA SKELETON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of what was built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Closest-to-the-pin on any driving range. First field site: Indian Tree Golf Club, Arvada. One phone. Two players. Human spotter marks the landing.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7512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shots, pin yardage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2152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02152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+ pin on satellite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0175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36792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· tap landing · swap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06840" y="30175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71432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71432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tap wins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2636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phone PWA  ·  artifacts/spotter/  ·  15 Sep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Indian Tree lock-in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880360" cy="5669280"/>
          </a:xfrm>
          <a:prstGeom prst="roundRect">
            <a:avLst>
              <a:gd name="adj" fmla="val 5714"/>
            </a:avLst>
          </a:prstGeom>
          <a:solidFill>
            <a:srgbClr val="0A140E"/>
          </a:solidFill>
          <a:ln w="15875">
            <a:solidFill>
              <a:srgbClr val="6B7F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908" y="978408"/>
            <a:ext cx="694944" cy="100584"/>
          </a:xfrm>
          <a:prstGeom prst="roundRect">
            <a:avLst>
              <a:gd name="adj" fmla="val 45455"/>
            </a:avLst>
          </a:prstGeom>
          <a:solidFill>
            <a:srgbClr val="1A2A2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33856"/>
            <a:ext cx="2660904" cy="5340096"/>
          </a:xfrm>
          <a:prstGeom prst="roundRect">
            <a:avLst>
              <a:gd name="adj" fmla="val 2749"/>
            </a:avLst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4358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SITE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4944" y="1426464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 Club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" y="208483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7555 Wadsworth Blvd, Arvada. 24-tee range. Stay in the bay.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" y="257860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" y="2743200"/>
            <a:ext cx="1170432" cy="329184"/>
          </a:xfrm>
          <a:prstGeom prst="roundRect">
            <a:avLst>
              <a:gd name="adj" fmla="val 13889"/>
            </a:avLst>
          </a:prstGeom>
          <a:solidFill>
            <a:srgbClr val="102016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7797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75104" y="257860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75104" y="2743200"/>
            <a:ext cx="1170432" cy="329184"/>
          </a:xfrm>
          <a:prstGeom prst="roundRect">
            <a:avLst>
              <a:gd name="adj" fmla="val 13889"/>
            </a:avLst>
          </a:prstGeom>
          <a:solidFill>
            <a:srgbClr val="102016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277977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" y="3163824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each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" y="3328416"/>
            <a:ext cx="1170432" cy="329184"/>
          </a:xfrm>
          <a:prstGeom prst="roundRect">
            <a:avLst>
              <a:gd name="adj" fmla="val 13889"/>
            </a:avLst>
          </a:prstGeom>
          <a:solidFill>
            <a:srgbClr val="102016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364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75104" y="3163824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75104" y="3328416"/>
            <a:ext cx="1170432" cy="329184"/>
          </a:xfrm>
          <a:prstGeom prst="roundRect">
            <a:avLst>
              <a:gd name="adj" fmla="val 13889"/>
            </a:avLst>
          </a:prstGeom>
          <a:solidFill>
            <a:srgbClr val="102016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8256" y="336499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yd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" y="3785616"/>
            <a:ext cx="164592" cy="164592"/>
          </a:xfrm>
          <a:prstGeom prst="roundRect">
            <a:avLst>
              <a:gd name="adj" fmla="val 11111"/>
            </a:avLst>
          </a:prstGeom>
          <a:solidFill>
            <a:srgbClr val="3D8F4F"/>
          </a:solidFill>
          <a:ln w="12700">
            <a:solidFill>
              <a:srgbClr val="3D8F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49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Indian Tree range preset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" y="4059936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Mon–Wed grass · Thu–Sun mats · 7:00a–6:30p · last ball 7:00p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" y="5907024"/>
            <a:ext cx="2404872" cy="402336"/>
          </a:xfrm>
          <a:prstGeom prst="roundRect">
            <a:avLst>
              <a:gd name="adj" fmla="val 15909"/>
            </a:avLst>
          </a:prstGeom>
          <a:solidFill>
            <a:srgbClr val="3D8F4F"/>
          </a:solidFill>
          <a:ln w="12700">
            <a:solidFill>
              <a:srgbClr val="3D8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590702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range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0" y="960120"/>
            <a:ext cx="3977640" cy="2331720"/>
          </a:xfrm>
          <a:prstGeom prst="roundRect">
            <a:avLst>
              <a:gd name="adj" fmla="val 3922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106984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screen does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22192" y="1344168"/>
            <a:ext cx="364845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the session to Indian Tree before anyone hits.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5 shots each, 150-yard start pin.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on = skip blank calibration and drop tee + pin on the real range rectangle.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off = tap tee, then tap pin on satellite.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18120" y="960120"/>
            <a:ext cx="3886200" cy="2331720"/>
          </a:xfrm>
          <a:prstGeom prst="roundRect">
            <a:avLst>
              <a:gd name="adj" fmla="val 3922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1069848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looks this way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82712" y="1344168"/>
            <a:ext cx="355701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fields — gloves and sun.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rules live on the first screen so they are not buried.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action. No account, no store, no marketplace.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0" y="3474720"/>
            <a:ext cx="8046720" cy="3063240"/>
          </a:xfrm>
          <a:prstGeom prst="roundRect">
            <a:avLst>
              <a:gd name="adj" fmla="val 2985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3584448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behavior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22192" y="3858768"/>
            <a:ext cx="7717536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names persist only for this session (no login).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each: 1–12.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presets are GPS points along heading 313° from the SE tee line: 100 / 150 / 175 / 200 yards.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hours copied from Indian Tree / Apex PRD public pages — confirm on site.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shell: Add to Home Screen works once served over http, not file://.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— tee, then pin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788920" cy="5349240"/>
          </a:xfrm>
          <a:prstGeom prst="roundRect">
            <a:avLst>
              <a:gd name="adj" fmla="val 5902"/>
            </a:avLst>
          </a:prstGeom>
          <a:solidFill>
            <a:srgbClr val="0A140E"/>
          </a:solidFill>
          <a:ln w="15875">
            <a:solidFill>
              <a:srgbClr val="6B7F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8468" y="1024128"/>
            <a:ext cx="694944" cy="100584"/>
          </a:xfrm>
          <a:prstGeom prst="roundRect">
            <a:avLst>
              <a:gd name="adj" fmla="val 45455"/>
            </a:avLst>
          </a:prstGeom>
          <a:solidFill>
            <a:srgbClr val="1A2A2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61288"/>
            <a:ext cx="2606040" cy="347472"/>
          </a:xfrm>
          <a:prstGeom prst="rect">
            <a:avLst/>
          </a:prstGeom>
          <a:solidFill>
            <a:srgbClr val="0D1C13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9786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4416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 · Arvada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1234440"/>
            <a:ext cx="566928" cy="201168"/>
          </a:xfrm>
          <a:prstGeom prst="roundRect">
            <a:avLst>
              <a:gd name="adj" fmla="val 45455"/>
            </a:avLst>
          </a:prstGeom>
          <a:ln w="12700">
            <a:solidFill>
              <a:srgbClr val="E6C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2344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508760"/>
            <a:ext cx="2606040" cy="3657600"/>
          </a:xfrm>
          <a:prstGeom prst="rect">
            <a:avLst/>
          </a:prstGeom>
          <a:solidFill>
            <a:srgbClr val="2A4A34"/>
          </a:solidFill>
          <a:ln w="12700">
            <a:solidFill>
              <a:srgbClr val="2A4A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2011680"/>
            <a:ext cx="1965960" cy="2606040"/>
          </a:xfrm>
          <a:prstGeom prst="rect">
            <a:avLst/>
          </a:prstGeom>
          <a:solidFill>
            <a:srgbClr val="3A5C40"/>
          </a:solidFill>
          <a:ln w="12700">
            <a:solidFill>
              <a:srgbClr val="4A6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4206240"/>
            <a:ext cx="201168" cy="201168"/>
          </a:xfrm>
          <a:prstGeom prst="ellipse">
            <a:avLst/>
          </a:prstGeom>
          <a:solidFill>
            <a:srgbClr val="7ED38A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39593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5166360"/>
            <a:ext cx="2606040" cy="1051560"/>
          </a:xfrm>
          <a:prstGeom prst="rect">
            <a:avLst/>
          </a:prstGeom>
          <a:solidFill>
            <a:srgbClr val="0D1C13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2395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hitting bay / tee 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569671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2A4031"/>
          </a:solidFill>
          <a:ln w="12700">
            <a:solidFill>
              <a:srgbClr val="2A40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6967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my GPS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569671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3D8F4F"/>
          </a:solidFill>
          <a:ln w="12700">
            <a:solidFill>
              <a:srgbClr val="3D8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56967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pin next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960120"/>
            <a:ext cx="2788920" cy="5349240"/>
          </a:xfrm>
          <a:prstGeom prst="roundRect">
            <a:avLst>
              <a:gd name="adj" fmla="val 5902"/>
            </a:avLst>
          </a:prstGeom>
          <a:solidFill>
            <a:srgbClr val="0A140E"/>
          </a:solidFill>
          <a:ln w="15875">
            <a:solidFill>
              <a:srgbClr val="6B7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0268" y="1024128"/>
            <a:ext cx="694944" cy="100584"/>
          </a:xfrm>
          <a:prstGeom prst="roundRect">
            <a:avLst>
              <a:gd name="adj" fmla="val 45455"/>
            </a:avLst>
          </a:prstGeom>
          <a:solidFill>
            <a:srgbClr val="1A2A2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1161288"/>
            <a:ext cx="2606040" cy="347472"/>
          </a:xfrm>
          <a:prstGeom prst="rect">
            <a:avLst/>
          </a:prstGeom>
          <a:solidFill>
            <a:srgbClr val="0D1C13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19786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134416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 · Arvada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22392" y="1234440"/>
            <a:ext cx="566928" cy="201168"/>
          </a:xfrm>
          <a:prstGeom prst="roundRect">
            <a:avLst>
              <a:gd name="adj" fmla="val 45455"/>
            </a:avLst>
          </a:prstGeom>
          <a:ln w="12700">
            <a:solidFill>
              <a:srgbClr val="E6C3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12344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0" y="1508760"/>
            <a:ext cx="2606040" cy="3657600"/>
          </a:xfrm>
          <a:prstGeom prst="rect">
            <a:avLst/>
          </a:prstGeom>
          <a:solidFill>
            <a:srgbClr val="2A4A34"/>
          </a:solidFill>
          <a:ln w="12700">
            <a:solidFill>
              <a:srgbClr val="2A4A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30752" y="2011680"/>
            <a:ext cx="1965960" cy="2606040"/>
          </a:xfrm>
          <a:prstGeom prst="rect">
            <a:avLst/>
          </a:prstGeom>
          <a:solidFill>
            <a:srgbClr val="3A5C40"/>
          </a:solidFill>
          <a:ln w="12700">
            <a:solidFill>
              <a:srgbClr val="4A6B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4206240"/>
            <a:ext cx="201168" cy="201168"/>
          </a:xfrm>
          <a:prstGeom prst="ellipse">
            <a:avLst/>
          </a:prstGeom>
          <a:solidFill>
            <a:srgbClr val="7ED38A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9593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2286000"/>
            <a:ext cx="219456" cy="219456"/>
          </a:xfrm>
          <a:prstGeom prst="ellipse">
            <a:avLst/>
          </a:prstGeom>
          <a:solidFill>
            <a:srgbClr val="E85D3A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41648" y="2075688"/>
            <a:ext cx="640080" cy="640080"/>
          </a:xfrm>
          <a:prstGeom prst="ellipse">
            <a:avLst/>
          </a:prstGeom>
          <a:ln w="12700">
            <a:solidFill>
              <a:srgbClr val="F4F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41648" y="18928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0" y="5166360"/>
            <a:ext cx="2606040" cy="1051560"/>
          </a:xfrm>
          <a:prstGeom prst="rect">
            <a:avLst/>
          </a:prstGeom>
          <a:solidFill>
            <a:srgbClr val="0D1C13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52395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2 · 150 yd from tee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target green you both can see.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569671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2A4031"/>
          </a:solidFill>
          <a:ln w="12700">
            <a:solidFill>
              <a:srgbClr val="2A40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56967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5696712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3D8F4F"/>
          </a:solidFill>
          <a:ln w="12700">
            <a:solidFill>
              <a:srgbClr val="3D8F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56967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match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96012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106984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model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65392" y="1344168"/>
            <a:ext cx="497433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tiles: Esri World Imagery. No Google key.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default: 39.83288, −105.08498 (SE end of the range rectangle).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my GPS replaces the preset tee with the phone’s bay position.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can be a real target green or an empty patch.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0" y="3611880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372160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contract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65392" y="3995928"/>
            <a:ext cx="4974336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is good enough to lock the bay. It cannot see the ball.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is the sensor. Expect 10–20 yd tap error at 200 yd.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at 10 / 20 / 40 yd are drawn around the pin so the game stays fair.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walk the landing area to “improve” the mark.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— hit, tap, swap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2971800" cy="5715000"/>
          </a:xfrm>
          <a:prstGeom prst="roundRect">
            <a:avLst>
              <a:gd name="adj" fmla="val 5538"/>
            </a:avLst>
          </a:prstGeom>
          <a:solidFill>
            <a:srgbClr val="0A140E"/>
          </a:solidFill>
          <a:ln w="15875">
            <a:solidFill>
              <a:srgbClr val="6B7F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908" y="960120"/>
            <a:ext cx="694944" cy="100584"/>
          </a:xfrm>
          <a:prstGeom prst="roundRect">
            <a:avLst>
              <a:gd name="adj" fmla="val 45455"/>
            </a:avLst>
          </a:prstGeom>
          <a:solidFill>
            <a:srgbClr val="1A2A2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2788920" cy="365760"/>
          </a:xfrm>
          <a:prstGeom prst="rect">
            <a:avLst/>
          </a:prstGeom>
          <a:solidFill>
            <a:srgbClr val="0D1C13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33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 · Arvada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24912" y="1179576"/>
            <a:ext cx="475488" cy="201168"/>
          </a:xfrm>
          <a:prstGeom prst="roundRect">
            <a:avLst>
              <a:gd name="adj" fmla="val 45455"/>
            </a:avLst>
          </a:prstGeom>
          <a:ln w="12700">
            <a:solidFill>
              <a:srgbClr val="E6C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1795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463040"/>
            <a:ext cx="2788920" cy="2606040"/>
          </a:xfrm>
          <a:prstGeom prst="rect">
            <a:avLst/>
          </a:prstGeom>
          <a:solidFill>
            <a:srgbClr val="2A4A34"/>
          </a:solidFill>
          <a:ln w="12700">
            <a:solidFill>
              <a:srgbClr val="2A4A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1719072"/>
            <a:ext cx="2286000" cy="2103120"/>
          </a:xfrm>
          <a:prstGeom prst="rect">
            <a:avLst/>
          </a:prstGeom>
          <a:solidFill>
            <a:srgbClr val="3A5C40"/>
          </a:solidFill>
          <a:ln w="12700">
            <a:solidFill>
              <a:srgbClr val="4A6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103120"/>
            <a:ext cx="237744" cy="237744"/>
          </a:xfrm>
          <a:prstGeom prst="ellipse">
            <a:avLst/>
          </a:prstGeom>
          <a:solidFill>
            <a:srgbClr val="E85D3A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1892808"/>
            <a:ext cx="658368" cy="658368"/>
          </a:xfrm>
          <a:prstGeom prst="ellipse">
            <a:avLst/>
          </a:prstGeom>
          <a:ln w="12700">
            <a:solidFill>
              <a:srgbClr val="F4F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2331720"/>
            <a:ext cx="146304" cy="146304"/>
          </a:xfrm>
          <a:prstGeom prst="ellipse">
            <a:avLst/>
          </a:prstGeom>
          <a:solidFill>
            <a:srgbClr val="5EC8FF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1288" y="1993392"/>
            <a:ext cx="146304" cy="146304"/>
          </a:xfrm>
          <a:prstGeom prst="ellipse">
            <a:avLst/>
          </a:prstGeom>
          <a:solidFill>
            <a:srgbClr val="E6C36A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3429000"/>
            <a:ext cx="201168" cy="201168"/>
          </a:xfrm>
          <a:prstGeom prst="ellipse">
            <a:avLst/>
          </a:prstGeom>
          <a:solidFill>
            <a:srgbClr val="7ED38A"/>
          </a:solidFill>
          <a:ln w="12700">
            <a:solidFill>
              <a:srgbClr val="F4F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84248" y="3218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2788920" cy="2450592"/>
          </a:xfrm>
          <a:prstGeom prst="rect">
            <a:avLst/>
          </a:prstGeom>
          <a:solidFill>
            <a:srgbClr val="0D1C13"/>
          </a:solidFill>
          <a:ln w="12700">
            <a:solidFill>
              <a:srgbClr val="0D1C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14223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Hit, then tap the landing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" y="42885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· shot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23160" y="414223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 pin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23160" y="42885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459943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102016"/>
          </a:solidFill>
          <a:ln w="19050">
            <a:solidFill>
              <a:srgbClr val="7ED3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63600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" y="48371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· best 18 yd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47672" y="459943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102016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20824" y="463600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20824" y="483717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· best 12 yd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527608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A4031"/>
          </a:solidFill>
          <a:ln w="12700">
            <a:solidFill>
              <a:srgbClr val="2A40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2760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81328" y="527608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A4031"/>
          </a:solidFill>
          <a:ln w="12700">
            <a:solidFill>
              <a:srgbClr val="2A40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81328" y="52760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68296" y="527608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E85D3A"/>
          </a:solidFill>
          <a:ln w="12700">
            <a:solidFill>
              <a:srgbClr val="E85D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68296" y="52760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0" y="96012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22192" y="106984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loop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22192" y="1344168"/>
            <a:ext cx="3694176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phone. Hitter swings. Spotter taps.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alternate until both have N shots.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Last-to-pin updates after every tap.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player gets the green outline.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863840" y="960120"/>
            <a:ext cx="3840480" cy="2606040"/>
          </a:xfrm>
          <a:prstGeom prst="roundRect">
            <a:avLst>
              <a:gd name="adj" fmla="val 350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106984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marks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28432" y="1344168"/>
            <a:ext cx="3511296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 = tee.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dot + rings = pin.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dots = Player 1 taps.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dots = Player 2 taps.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0" y="3749040"/>
            <a:ext cx="8046720" cy="2788920"/>
          </a:xfrm>
          <a:prstGeom prst="roundRect">
            <a:avLst>
              <a:gd name="adj" fmla="val 327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22192" y="3858768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as built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22192" y="4133088"/>
            <a:ext cx="7717536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removes the last tap only.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pin returns to the pin step without wiping shots already marked.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jumps to score even if the bucket is not finished.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players reach N shots the match ends by itself.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from tee is stored on each shot and shown on the score list.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— closest tap wins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2971800" cy="5715000"/>
          </a:xfrm>
          <a:prstGeom prst="roundRect">
            <a:avLst>
              <a:gd name="adj" fmla="val 5538"/>
            </a:avLst>
          </a:prstGeom>
          <a:solidFill>
            <a:srgbClr val="0A140E"/>
          </a:solidFill>
          <a:ln w="15875">
            <a:solidFill>
              <a:srgbClr val="6B7F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908" y="960120"/>
            <a:ext cx="694944" cy="100584"/>
          </a:xfrm>
          <a:prstGeom prst="roundRect">
            <a:avLst>
              <a:gd name="adj" fmla="val 45455"/>
            </a:avLst>
          </a:prstGeom>
          <a:solidFill>
            <a:srgbClr val="1A2A2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2788920" cy="5422392"/>
          </a:xfrm>
          <a:prstGeom prst="roundRect">
            <a:avLst>
              <a:gd name="adj" fmla="val 1967"/>
            </a:avLst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2532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THE PIN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1408176"/>
            <a:ext cx="2569464" cy="1234440"/>
          </a:xfrm>
          <a:prstGeom prst="roundRect">
            <a:avLst>
              <a:gd name="adj" fmla="val 5926"/>
            </a:avLst>
          </a:prstGeom>
          <a:solidFill>
            <a:srgbClr val="23452D"/>
          </a:solidFill>
          <a:ln w="12700">
            <a:solidFill>
              <a:srgbClr val="4A8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4813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 · Arvada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" y="21762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   best 18 yd          Partner    best 12 yd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" y="2761488"/>
            <a:ext cx="2569464" cy="420624"/>
          </a:xfrm>
          <a:prstGeom prst="roundRect">
            <a:avLst>
              <a:gd name="adj" fmla="val 10870"/>
            </a:avLst>
          </a:prstGeom>
          <a:solidFill>
            <a:srgbClr val="1B3324"/>
          </a:solidFill>
          <a:ln w="12700">
            <a:solidFill>
              <a:srgbClr val="1B33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2907792"/>
            <a:ext cx="128016" cy="128016"/>
          </a:xfrm>
          <a:prstGeom prst="ellipse">
            <a:avLst/>
          </a:prstGeom>
          <a:solidFill>
            <a:srgbClr val="5EC8FF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· shot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" y="298094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148 yd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68880" y="28529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yd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" y="3236976"/>
            <a:ext cx="2569464" cy="420624"/>
          </a:xfrm>
          <a:prstGeom prst="roundRect">
            <a:avLst>
              <a:gd name="adj" fmla="val 10870"/>
            </a:avLst>
          </a:prstGeom>
          <a:solidFill>
            <a:srgbClr val="1B3324"/>
          </a:solidFill>
          <a:ln w="12700">
            <a:solidFill>
              <a:srgbClr val="1B33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3383280"/>
            <a:ext cx="128016" cy="128016"/>
          </a:xfrm>
          <a:prstGeom prst="ellipse">
            <a:avLst/>
          </a:prstGeom>
          <a:solidFill>
            <a:srgbClr val="E6C36A"/>
          </a:solidFill>
          <a:ln w="12700">
            <a:solidFill>
              <a:srgbClr val="E6C3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273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· shot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" y="34564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151 yd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3284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" y="3712464"/>
            <a:ext cx="2569464" cy="420624"/>
          </a:xfrm>
          <a:prstGeom prst="roundRect">
            <a:avLst>
              <a:gd name="adj" fmla="val 10870"/>
            </a:avLst>
          </a:prstGeom>
          <a:solidFill>
            <a:srgbClr val="1B3324"/>
          </a:solidFill>
          <a:ln w="12700">
            <a:solidFill>
              <a:srgbClr val="1B33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3858768"/>
            <a:ext cx="128016" cy="128016"/>
          </a:xfrm>
          <a:prstGeom prst="ellipse">
            <a:avLst/>
          </a:prstGeom>
          <a:solidFill>
            <a:srgbClr val="5EC8FF"/>
          </a:solidFill>
          <a:ln w="12700">
            <a:solidFill>
              <a:srgbClr val="5E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3749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· shot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56" y="39319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162 yd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38039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yd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" y="4187952"/>
            <a:ext cx="2569464" cy="420624"/>
          </a:xfrm>
          <a:prstGeom prst="roundRect">
            <a:avLst>
              <a:gd name="adj" fmla="val 10870"/>
            </a:avLst>
          </a:prstGeom>
          <a:solidFill>
            <a:srgbClr val="1B3324"/>
          </a:solidFill>
          <a:ln w="12700">
            <a:solidFill>
              <a:srgbClr val="1B33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" y="4334256"/>
            <a:ext cx="128016" cy="128016"/>
          </a:xfrm>
          <a:prstGeom prst="ellipse">
            <a:avLst/>
          </a:prstGeom>
          <a:solidFill>
            <a:srgbClr val="E6C36A"/>
          </a:solidFill>
          <a:ln w="12700">
            <a:solidFill>
              <a:srgbClr val="E6C3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4224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· shot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256" y="44074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149 yd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42793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" y="5532120"/>
            <a:ext cx="2569464" cy="365760"/>
          </a:xfrm>
          <a:prstGeom prst="roundRect">
            <a:avLst>
              <a:gd name="adj" fmla="val 15000"/>
            </a:avLst>
          </a:prstGeom>
          <a:solidFill>
            <a:srgbClr val="3D8F4F"/>
          </a:solidFill>
          <a:ln w="12700">
            <a:solidFill>
              <a:srgbClr val="3D8F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553212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another bucket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" y="5989320"/>
            <a:ext cx="2569464" cy="365760"/>
          </a:xfrm>
          <a:prstGeom prst="roundRect">
            <a:avLst>
              <a:gd name="adj" fmla="val 15000"/>
            </a:avLst>
          </a:prstGeom>
          <a:ln w="12700">
            <a:solidFill>
              <a:srgbClr val="3A53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598932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setup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0" y="960120"/>
            <a:ext cx="8046720" cy="2331720"/>
          </a:xfrm>
          <a:prstGeom prst="roundRect">
            <a:avLst>
              <a:gd name="adj" fmla="val 3922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22192" y="1069848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rule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822192" y="1344168"/>
            <a:ext cx="7717536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= lowest best-tap distance to the pin. Ties stay ties.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tap: player, carry from tee, yards to pin.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on screen: this is a game mark, not a launch monitor.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another bucket keeps tee + pin and clears shots. Back to setup resets names.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0" y="347472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358444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v1 — shipped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22192" y="3858768"/>
            <a:ext cx="3602736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 preset.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Closest-to-the-pin only.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device, two names.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shell after first load (service worker).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move pin / early end.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772400" y="347472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36992" y="358444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this skeleton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36992" y="3858768"/>
            <a:ext cx="3602736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/ corridor games.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Two-phone live sync.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or history.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times, lunch, lessons.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tracking hardware.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1A"/>
          </a:solidFill>
          <a:ln w="12700">
            <a:solidFill>
              <a:srgbClr val="1226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 — first bucket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1521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40817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Tree Golf Club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7555 Wadsworth Blvd, Arvada, CO 80003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00584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1521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64808" y="140817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tees · rectangle NW of the parking lot · heading ~313°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7066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" y="296265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7:00a–6:30p · last ball 7:00p · Mon–Wed grass · Thu–Sun mats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256032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7066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4808" y="296265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$12 · Medium $14 · Large $16  (confirm at the shop)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411480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42611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SETUP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" y="451713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artifacts/spotter over Wi-Fi. Do not open as a file.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1B3324"/>
          </a:solidFill>
          <a:ln w="12700">
            <a:solidFill>
              <a:srgbClr val="3A53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2611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C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64808" y="451713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on · 150 yd pin · 5 shots each · one medium bucket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585216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session: does the tee preset need a 10-yard nudge from your actual bay?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Spotter Wireframe — Indian Tree</dc:title>
  <dc:subject>PWA skeleton screens as built</dc:subject>
  <dc:creator>Tony Schock / Grok</dc:creator>
  <cp:lastModifiedBy>Tony Schock / Grok</cp:lastModifiedBy>
  <cp:revision>1</cp:revision>
  <dcterms:created xsi:type="dcterms:W3CDTF">2026-09-15T18:14:00Z</dcterms:created>
  <dcterms:modified xsi:type="dcterms:W3CDTF">2026-09-15T18:14:00Z</dcterms:modified>
</cp:coreProperties>
</file>